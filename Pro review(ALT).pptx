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537365-9D6A-4BB6-B4B2-F6670AADF471}" v="2" dt="2026-08-12T03:51:54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4" d="100"/>
          <a:sy n="84" d="100"/>
        </p:scale>
        <p:origin x="-40" y="-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ha reddy" userId="b6fb35fbc033da94" providerId="LiveId" clId="{34ED7555-B0F6-436B-A0D9-87E1B62A32CD}"/>
    <pc:docChg chg="undo custSel modSld">
      <pc:chgData name="akshitha reddy" userId="b6fb35fbc033da94" providerId="LiveId" clId="{34ED7555-B0F6-436B-A0D9-87E1B62A32CD}" dt="2026-08-12T04:03:51.207" v="107" actId="1036"/>
      <pc:docMkLst>
        <pc:docMk/>
      </pc:docMkLst>
      <pc:sldChg chg="modSp mod">
        <pc:chgData name="akshitha reddy" userId="b6fb35fbc033da94" providerId="LiveId" clId="{34ED7555-B0F6-436B-A0D9-87E1B62A32CD}" dt="2026-08-12T03:52:15.568" v="101" actId="20577"/>
        <pc:sldMkLst>
          <pc:docMk/>
          <pc:sldMk cId="0" sldId="256"/>
        </pc:sldMkLst>
        <pc:spChg chg="mod">
          <ac:chgData name="akshitha reddy" userId="b6fb35fbc033da94" providerId="LiveId" clId="{34ED7555-B0F6-436B-A0D9-87E1B62A32CD}" dt="2026-08-12T03:52:15.568" v="101" actId="20577"/>
          <ac:spMkLst>
            <pc:docMk/>
            <pc:sldMk cId="0" sldId="256"/>
            <ac:spMk id="3" creationId="{00000000-0000-0000-0000-000000000000}"/>
          </ac:spMkLst>
        </pc:spChg>
        <pc:picChg chg="mod">
          <ac:chgData name="akshitha reddy" userId="b6fb35fbc033da94" providerId="LiveId" clId="{34ED7555-B0F6-436B-A0D9-87E1B62A32CD}" dt="2026-08-12T02:40:42.876" v="0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">
        <pc:chgData name="akshitha reddy" userId="b6fb35fbc033da94" providerId="LiveId" clId="{34ED7555-B0F6-436B-A0D9-87E1B62A32CD}" dt="2026-08-12T03:10:23.973" v="43" actId="20577"/>
        <pc:sldMkLst>
          <pc:docMk/>
          <pc:sldMk cId="0" sldId="259"/>
        </pc:sldMkLst>
        <pc:spChg chg="add del mod">
          <ac:chgData name="akshitha reddy" userId="b6fb35fbc033da94" providerId="LiveId" clId="{34ED7555-B0F6-436B-A0D9-87E1B62A32CD}" dt="2026-08-12T03:09:47.466" v="15"/>
          <ac:spMkLst>
            <pc:docMk/>
            <pc:sldMk cId="0" sldId="259"/>
            <ac:spMk id="3" creationId="{9C24BED7-DA30-4109-0533-55202AE612D4}"/>
          </ac:spMkLst>
        </pc:spChg>
        <pc:spChg chg="mod">
          <ac:chgData name="akshitha reddy" userId="b6fb35fbc033da94" providerId="LiveId" clId="{34ED7555-B0F6-436B-A0D9-87E1B62A32CD}" dt="2026-08-12T03:08:51.275" v="7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kshitha reddy" userId="b6fb35fbc033da94" providerId="LiveId" clId="{34ED7555-B0F6-436B-A0D9-87E1B62A32CD}" dt="2026-08-12T03:09:45.993" v="13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kshitha reddy" userId="b6fb35fbc033da94" providerId="LiveId" clId="{34ED7555-B0F6-436B-A0D9-87E1B62A32CD}" dt="2026-08-12T03:09:59.041" v="25" actId="2057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kshitha reddy" userId="b6fb35fbc033da94" providerId="LiveId" clId="{34ED7555-B0F6-436B-A0D9-87E1B62A32CD}" dt="2026-08-12T03:10:07.806" v="36" actId="2057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kshitha reddy" userId="b6fb35fbc033da94" providerId="LiveId" clId="{34ED7555-B0F6-436B-A0D9-87E1B62A32CD}" dt="2026-08-12T03:10:23.973" v="43" actId="20577"/>
          <ac:spMkLst>
            <pc:docMk/>
            <pc:sldMk cId="0" sldId="259"/>
            <ac:spMk id="39" creationId="{00000000-0000-0000-0000-000000000000}"/>
          </ac:spMkLst>
        </pc:spChg>
      </pc:sldChg>
      <pc:sldChg chg="modSp mod">
        <pc:chgData name="akshitha reddy" userId="b6fb35fbc033da94" providerId="LiveId" clId="{34ED7555-B0F6-436B-A0D9-87E1B62A32CD}" dt="2026-08-12T04:03:51.207" v="107" actId="1036"/>
        <pc:sldMkLst>
          <pc:docMk/>
          <pc:sldMk cId="0" sldId="266"/>
        </pc:sldMkLst>
        <pc:spChg chg="mod">
          <ac:chgData name="akshitha reddy" userId="b6fb35fbc033da94" providerId="LiveId" clId="{34ED7555-B0F6-436B-A0D9-87E1B62A32CD}" dt="2026-08-12T04:03:51.207" v="107" actId="1036"/>
          <ac:spMkLst>
            <pc:docMk/>
            <pc:sldMk cId="0" sldId="266"/>
            <ac:spMk id="7" creationId="{00000000-0000-0000-0000-000000000000}"/>
          </ac:spMkLst>
        </pc:spChg>
      </pc:sldChg>
      <pc:sldChg chg="modSp mod">
        <pc:chgData name="akshitha reddy" userId="b6fb35fbc033da94" providerId="LiveId" clId="{34ED7555-B0F6-436B-A0D9-87E1B62A32CD}" dt="2026-08-12T04:02:49.934" v="102" actId="1036"/>
        <pc:sldMkLst>
          <pc:docMk/>
          <pc:sldMk cId="263143794" sldId="268"/>
        </pc:sldMkLst>
        <pc:picChg chg="mod">
          <ac:chgData name="akshitha reddy" userId="b6fb35fbc033da94" providerId="LiveId" clId="{34ED7555-B0F6-436B-A0D9-87E1B62A32CD}" dt="2026-08-12T04:02:49.934" v="102" actId="1036"/>
          <ac:picMkLst>
            <pc:docMk/>
            <pc:sldMk cId="263143794" sldId="268"/>
            <ac:picMk id="3" creationId="{AE91F7EB-959C-8B41-E1AF-ADD56C0B3F8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39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457199"/>
            <a:ext cx="1722305" cy="12801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dirty="0"/>
              <a:t>APPLIED MACHINE LEARNING FOR TEXT ANALYSIS,S-7,GROUP-21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450592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Fake Profile Detection in Social Networks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404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 AI Framework for Detecting Fake, Bot and Impersonation Profiles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235915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4617720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44952" y="461772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044952" y="4617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· BERT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28032" y="4617720"/>
            <a:ext cx="295351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28032" y="4617720"/>
            <a:ext cx="2953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18704" y="4617720"/>
            <a:ext cx="21214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18704" y="4617720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212080"/>
            <a:ext cx="7315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" y="5321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13232" y="57058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Sree Aditya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3232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2420090056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63240" y="56235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227832" y="57058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Rishikesh Reddy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27832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2420030318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77840" y="56235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742432" y="57058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Srivatsava Reddy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742432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2420030320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growth of social platforms has produced a rising number of fake, bot-operated and impersonation accounts.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misinformation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520440" y="283464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703320" y="2834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 and fraudulent activity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37947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008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Manipulate likes &amp; followers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520440" y="37947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70332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Impersonate real users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475488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" y="47548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 privacy and trust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520440" y="475488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703320" y="47548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Evade rule-based detection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720840" y="201168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94944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RULE-BASED DETECTION → LIMITED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24688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Fixed rules and manual thresholds
· Limited profile attributes
· Single-source information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720840" y="370332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94944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MULTI-FEATURE DETECTION → ADAPTIVE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49440" y="429768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+ Behaviour + Text + Network signals classified as </a:t>
            </a: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/ Fake / Bot</a:t>
            </a: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a confidence score and an explanation for every prediction.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GOALS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Detection Framework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detect fake and bot profiles.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5196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80560" y="219456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4805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2064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2628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metadata, behaviour, text and network relations.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4672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275320" y="219456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2753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91540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2104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LR, SVM, Random Forest, CNN/LSTM, BERT, GNN.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25880" y="4187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3152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/ Risk Score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152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attached to every profile prediction.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251960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480560" y="416052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4805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20640" y="4187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2628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52628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SHAP, LIME and feature importance for reasoning.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046720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8275320" y="416052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82753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915400" y="4187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32104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Dashboard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32104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analysis, risk level and explanations.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263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EXISTING 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11247120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/ Approach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06040" y="18745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Method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09160" y="18745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12280" y="18745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098280" y="1874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223113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fake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detection(2018)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06040" y="22311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Forest, SVM,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22311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metadata,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attributes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12280" y="223113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on structured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features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098280" y="223113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dependence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734056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2734056"/>
            <a:ext cx="11247120" cy="53035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57200" y="27614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social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detection(2022)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606040" y="27614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/ LSTM / DNN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09160" y="27614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and textual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12280" y="27614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patterns without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feature design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98280" y="27614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compute cost,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interpretability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26440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57200" y="32918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NLP-based fake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detection(2023)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606040" y="3291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TF-IDF, 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Embeddings, BERT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291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and post content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12280" y="3291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linguistic cues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profile text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098280" y="3291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view ignores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relationships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7947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57200" y="3794760"/>
            <a:ext cx="11247120" cy="53035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" y="382219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bot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Detection(2019)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606040" y="3822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learning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09160" y="3822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Follower–following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812280" y="38221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relational structure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accounts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098280" y="38221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graph data;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computationally expensive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" y="432511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57200" y="435254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for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Classification(2021)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606040" y="43525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SHAP, LIME, Feature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709160" y="43525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inputs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812280" y="435254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why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was made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098280" y="435254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added on, not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end-to-end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85546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457200" y="52212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ABBREVIATIONS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57200" y="54406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57200" y="564184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Short-Term Memory (network)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57200" y="584301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Neural Network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457200" y="604418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Frequency – Inverse Document Frequency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080760" y="54406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Encoder Representations from Transformers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080760" y="564184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SHapley Additive exPlanations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080760" y="584301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Interpretable Model-agnostic Explanations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9960" y="34747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GAP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Identification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Detection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834640" y="1965960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adapt easily to evolving fake behaviour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51176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55117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Profile-Based ML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834640" y="255117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view of user activity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136392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0080" y="313639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Behaviour-Based Detection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834640" y="3136392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ignore textual and network information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721608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" y="372160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Text-Based Detection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834640" y="3721608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capture social relationships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306824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0080" y="43068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Detection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834640" y="4306824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requires complex network data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892040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0080" y="489204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834640" y="4892040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difficult to interpret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5477256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40080" y="54772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2834640" y="547725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not integrated into the full detection pipeline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66560" y="1965960"/>
            <a:ext cx="4983480" cy="4023360"/>
          </a:xfrm>
          <a:prstGeom prst="roundRect">
            <a:avLst>
              <a:gd name="adj" fmla="val 181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99516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RESEARCH GAP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95160" y="26060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existing approaches focus on one or a limited set of information sources, while a </a:t>
            </a: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framework</a:t>
            </a: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combining profile metadata, behavioural patterns, NLP-based text features, network structure and </a:t>
            </a: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provide a more comprehensive detection approach.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263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OUR IDEA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INPUTS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Metadata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" y="2898648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8986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Data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3465576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346557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Textual Data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4032504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40325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Graph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510235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57200" y="51023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404872" y="510235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404872" y="51023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078224" y="5102352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078224" y="51023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5522976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57200" y="55229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307592" y="5522976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307592" y="552297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066544" y="5522976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066544" y="55229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800600" y="19659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937760" y="2103120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9377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22392" y="203911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22392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· normalisation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092440" y="19659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8229600" y="2103120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822960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714232" y="203911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714232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· text · graph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800600" y="275234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4937760" y="2889504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93776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22392" y="282549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Models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422392" y="31181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· DL · BERT · GNN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092440" y="275234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8229600" y="2889504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822960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714232" y="282549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Profile Classifier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714232" y="31181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/ Fake / Bot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800600" y="3538728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4937760" y="3675888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493776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5422392" y="36118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&amp; Risk Score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5422392" y="3904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→ risk band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8092440" y="3538728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8229600" y="3675888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822960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8714232" y="36118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8714232" y="3904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· LIME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4800600" y="4325112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4937760" y="4462272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4937760" y="4462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5422392" y="4398264"/>
            <a:ext cx="5623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Moderator Alert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5422392" y="469087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 explanation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WHAT'S NEW IN APPROACH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13232" y="2221992"/>
            <a:ext cx="438912" cy="438912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13232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Detection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+ Behaviour + Text + Network instead of a single feature category.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19659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07992" y="2221992"/>
            <a:ext cx="438912" cy="438912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507992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07992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 Approach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07992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classical ML against deep learning to find the most suitable model.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46720" y="19659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302752" y="2221992"/>
            <a:ext cx="438912" cy="438912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02752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02752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Predictions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02752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influential factors behind each classification, not just a label.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40690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713232" y="4325112"/>
            <a:ext cx="438912" cy="438912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13232" y="4325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25880" y="42885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Detection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13232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 risk level and confidence score with an explanation.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72200" y="40690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428232" y="4325112"/>
            <a:ext cx="438912" cy="438912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428232" y="4325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40880" y="42885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Moderator-Oriented Output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428232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model results into insights that support moderation decisions.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DESIGN THINKING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PROFILE RISK CARD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194560" y="2560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@example_user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2971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194560" y="2971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94560" y="3383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Model-derived score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5800" y="3794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Features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194560" y="37947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contributing signals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94560" y="4206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Flag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5800" y="475488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85800" y="47548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/ planned — not yet implemented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43400" y="196596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720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EXPLAINABLE AI VIEW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0" y="2468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this profile flagged?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0" y="3063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/ Following Ratio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0" y="3355848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572000" y="3355848"/>
            <a:ext cx="2460650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572000" y="36301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Age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0" y="3922776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572000" y="3922776"/>
            <a:ext cx="1735074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572000" y="41970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Frequency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0" y="4489704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572000" y="4489704"/>
            <a:ext cx="1261872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0" y="47640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Pattern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0" y="5056632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572000" y="5056632"/>
            <a:ext cx="1009498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572000" y="53766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 only — bar lengths are not results.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229600" y="19659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84582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SUSPICION INDICATORS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458200" y="25420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Unusual activity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8458200" y="29077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Suspicious connections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8458200" y="32735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Repetitive content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8458200" y="36393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Abnormal engagement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8458200" y="4005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Incomplete profile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8229600" y="48463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8458200" y="50109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INTERACTIVE DASHBOARD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8458200" y="53035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Moderators inspect individual profiles and see the reasoning behind each prediction.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CONTRIBUTION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of the Proposed Work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Features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37744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697480" y="20116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697480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Features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633472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/ BERT Features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14600" y="263347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834640" y="2633472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83464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/ GNN Features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255264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57200" y="325526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8770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4169664"/>
            <a:ext cx="5532120" cy="2249424"/>
          </a:xfrm>
          <a:prstGeom prst="roundRect">
            <a:avLst>
              <a:gd name="adj" fmla="val 325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85800" y="43525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DETECTION &amp; EXPLANATION FRAMEWORK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5800" y="4672584"/>
            <a:ext cx="512064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unified, explainable multi-modal fake-profile detection framework that combines heterogeneous social-network signals and converts AI predictions into human-readable risk insights.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217920" y="2011680"/>
            <a:ext cx="55321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400800" y="21214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858000" y="212140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representation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58000" y="245059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individual profile, behavioural, textual and network-level information.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17920" y="3291840"/>
            <a:ext cx="55321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00800" y="3401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58000" y="340156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+ Explanation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8000" y="373075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aims to provide both classification and reasoning together.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217920" y="4572000"/>
            <a:ext cx="55321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00800" y="4681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858000" y="468172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Risk-oriented output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58000" y="501091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predictions into confidence and risk information useful for moderation.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217920" y="587044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GNN, SHAP and Random Forest are established techniques — the novelty lies in their integration into a single application framework.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CAN WE BUILD IT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Python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Scikit-learn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TensorFlow / PyTorch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Transformers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NetworkX / PyG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SHAP · LIME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FastAPI · Streamlit / React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3552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502152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2624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available candidates on Kaggle: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02152" y="3108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Instagram Fake / Spammer / Genuine Accounts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Fake Social Media Account Detection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Twitter Genuine / Fake User Profiles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02152" y="4709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sizes to be confirmed after collection.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9904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18504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18504" y="265176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Open-source ML libraries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Public datasets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Existing student computing resources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No proprietary software needed for the prototype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06256" y="1965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134856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34856" y="2441448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→ Preprocessing → Features → Models → Evaluation → Explainability → Dashboard → Testing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906256" y="3593592"/>
            <a:ext cx="2697480" cy="2304288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9134856" y="375818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34856" y="41239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277856" y="41239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34856" y="45079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277856" y="45079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134856" y="4892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277856" y="4892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34856" y="52760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277856" y="52760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Moderate–High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— 9 Phases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1262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20624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5772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0921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6069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1218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6366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1515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6663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1812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6960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72109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7257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2406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07554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52703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851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" y="2359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 &amp; Literature Survey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06240" y="2441448"/>
            <a:ext cx="451485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" y="27249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Collection &amp; Preprocessing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57725" y="280720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85800" y="3090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60695" y="317296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" y="3456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ML: RF · SVM · Logistic Regression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63665" y="353872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85800" y="3822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/ NLP / Graph: CNN-LSTM · BERT · GNN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66635" y="390448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85800" y="4187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Accuracy · Precision · Recall · F1 · ROC-AUC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269605" y="4270248"/>
            <a:ext cx="451485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85800" y="4553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AI: SHAP · LIME · Feature Importance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721090" y="4636008"/>
            <a:ext cx="451485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685800" y="49194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Development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172575" y="500176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85800" y="52852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Documentation &amp; Final Presentation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075545" y="536752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85800" y="56784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numbers indicate the planned schedule for the review period.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263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1F7EB-959C-8B41-E1AF-ADD56C0B3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" y="12032"/>
            <a:ext cx="12178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EXPECTED OUTCOME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&amp; 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Profile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368296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528316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52831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2930652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3090672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57200" y="309067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3493008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653028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7200" y="365302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4055364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21538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57200" y="421538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4617720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777740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47777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5180076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5340096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57200" y="534009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 Insight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196596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00800" y="196596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fake-profile classification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052560" y="196596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9235440" y="196596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Multi-feature analysis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17920" y="2743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00800" y="27432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/ risk scoring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052560" y="2743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9235440" y="27432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predictions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217920" y="352044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400800" y="352044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evaluation of AI models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9052560" y="352044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9235440" y="352044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visualization dashboard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217920" y="438912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446520" y="4480560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proposed system aims to make fake-profile detection more adaptive, comprehensive and interpretable by combining multiple social-network signals with Explainable AI.”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217920" y="5852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6217920" y="6291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457200" y="6455664"/>
            <a:ext cx="11292840" cy="2606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1276</Words>
  <Application>Microsoft Office PowerPoint</Application>
  <PresentationFormat>Widescreen</PresentationFormat>
  <Paragraphs>334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akshitha reddy</cp:lastModifiedBy>
  <cp:revision>2</cp:revision>
  <dcterms:created xsi:type="dcterms:W3CDTF">2026-08-11T13:21:10Z</dcterms:created>
  <dcterms:modified xsi:type="dcterms:W3CDTF">2026-08-12T04:03:58Z</dcterms:modified>
</cp:coreProperties>
</file>